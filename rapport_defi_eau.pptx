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D4A62A"/>
                </a:solidFill>
              </a:rPr>
              <a:t>TOGO AI LAB - DATA CHALLENGE ENVIRONNEMENT - DEFI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Diagnostic de l'acces a l'eau potable au Togo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